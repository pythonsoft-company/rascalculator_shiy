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10.xml" ContentType="application/vnd.openxmlformats-officedocument.theme+xml"/>
  <Override PartName="/ppt/slideLayouts/slideLayout15.xml" ContentType="application/vnd.openxmlformats-officedocument.presentationml.slideLayout+xml"/>
  <Override PartName="/ppt/theme/theme11.xml" ContentType="application/vnd.openxmlformats-officedocument.theme+xml"/>
  <Override PartName="/ppt/slideLayouts/slideLayout16.xml" ContentType="application/vnd.openxmlformats-officedocument.presentationml.slideLayout+xml"/>
  <Override PartName="/ppt/theme/theme12.xml" ContentType="application/vnd.openxmlformats-officedocument.theme+xml"/>
  <Override PartName="/ppt/slideLayouts/slideLayout17.xml" ContentType="application/vnd.openxmlformats-officedocument.presentationml.slideLayout+xml"/>
  <Override PartName="/ppt/theme/theme13.xml" ContentType="application/vnd.openxmlformats-officedocument.theme+xml"/>
  <Override PartName="/ppt/slideLayouts/slideLayout18.xml" ContentType="application/vnd.openxmlformats-officedocument.presentationml.slideLayout+xml"/>
  <Override PartName="/ppt/theme/theme14.xml" ContentType="application/vnd.openxmlformats-officedocument.theme+xml"/>
  <Override PartName="/ppt/slideLayouts/slideLayout19.xml" ContentType="application/vnd.openxmlformats-officedocument.presentationml.slideLayout+xml"/>
  <Override PartName="/ppt/theme/theme15.xml" ContentType="application/vnd.openxmlformats-officedocument.theme+xml"/>
  <Override PartName="/ppt/slideLayouts/slideLayout20.xml" ContentType="application/vnd.openxmlformats-officedocument.presentationml.slideLayout+xml"/>
  <Override PartName="/ppt/theme/theme16.xml" ContentType="application/vnd.openxmlformats-officedocument.theme+xml"/>
  <Override PartName="/ppt/slideLayouts/slideLayout21.xml" ContentType="application/vnd.openxmlformats-officedocument.presentationml.slideLayout+xml"/>
  <Override PartName="/ppt/theme/theme1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72" r:id="rId11"/>
    <p:sldMasterId id="2147483674" r:id="rId12"/>
    <p:sldMasterId id="2147483676" r:id="rId13"/>
    <p:sldMasterId id="2147483678" r:id="rId14"/>
    <p:sldMasterId id="2147483680" r:id="rId15"/>
    <p:sldMasterId id="2147483682" r:id="rId16"/>
    <p:sldMasterId id="2147483684" r:id="rId17"/>
  </p:sldMasterIdLst>
  <p:sldIdLst>
    <p:sldId id="256" r:id="rId18"/>
    <p:sldId id="257" r:id="rId19"/>
    <p:sldId id="258" r:id="rId20"/>
    <p:sldId id="259" r:id="rId21"/>
  </p:sldIdLst>
  <p:sldSz cx="12192000" cy="6858000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9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4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2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ED29E2E-59ED-4E9A-BC45-877F776DA0F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B6E6AA-28FC-40AE-8743-D0FBA214D8B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565796F-741F-4B66-B5E4-E8705DA5102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5258D5F-1F87-4621-ABCC-F841D393A65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2B1E7FD-CE37-4953-924A-79E7F9A9CFC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9B55B40-792C-4262-861E-C94CAC327BF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9DE530B-E1E2-4CC4-B6C4-90CD6D8792D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C5473940-98EA-4F33-9117-79EC38427E4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D32BF8E-BB20-452B-A8A5-7AAF07EEDC5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AEA67E90-4FED-4FF5-BCBF-08CF96695A6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3A64EC45-28A5-4DD9-9DC3-2A841C7F288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3F2329F3-7CCC-4DA5-9175-43DEE4C14C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BBBEC43-8295-441A-8B21-CCF0692A5A7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44D78464-6FB7-43CD-A96F-4091AEA923B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77498D83-33F4-447F-9569-41A1C3E0753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483372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/>
          </p:nvPr>
        </p:nvSpPr>
        <p:spPr>
          <a:xfrm>
            <a:off x="6217200" y="2249640"/>
            <a:ext cx="483372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lstStyle/>
          <a:p>
            <a:fld id="{CC2C9FFC-8091-411D-970C-AE5B382D8A0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lstStyle/>
          <a:p>
            <a:fld id="{DE711806-3D41-4439-A0C1-887A6300B0E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lstStyle/>
          <a:p>
            <a:fld id="{15898465-2B8E-4AE0-BD70-D4028F54E25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D505D2F-4C9F-44C8-9304-E37E6BD1CE2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lstStyle/>
          <a:p>
            <a:fld id="{8DF2A810-8A97-4A75-833E-BCD88395636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lstStyle/>
          <a:p>
            <a:fld id="{D327AC4B-B895-412E-97F9-8C2BD4965F91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10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.png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.png"/></Relationships>
</file>

<file path=ppt/slideMasters/_rels/slideMaster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png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.png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3.png"/></Relationships>
</file>

<file path=ppt/slideMasters/_rels/slideMaster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3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3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9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0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9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4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9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30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1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3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4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8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9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pic>
        <p:nvPicPr>
          <p:cNvPr id="41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2" name="Group 10"/>
          <p:cNvGrpSpPr/>
          <p:nvPr/>
        </p:nvGrpSpPr>
        <p:grpSpPr>
          <a:xfrm>
            <a:off x="0" y="0"/>
            <a:ext cx="2304720" cy="6857640"/>
            <a:chOff x="0" y="0"/>
            <a:chExt cx="2304720" cy="6857640"/>
          </a:xfrm>
        </p:grpSpPr>
        <p:sp>
          <p:nvSpPr>
            <p:cNvPr id="43" name="Rectangle 5"/>
            <p:cNvSpPr/>
            <p:nvPr/>
          </p:nvSpPr>
          <p:spPr>
            <a:xfrm>
              <a:off x="1209600" y="468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4" name="Freeform 6"/>
            <p:cNvSpPr/>
            <p:nvPr/>
          </p:nvSpPr>
          <p:spPr>
            <a:xfrm>
              <a:off x="1128600" y="217656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5" name="Freeform 7"/>
            <p:cNvSpPr/>
            <p:nvPr/>
          </p:nvSpPr>
          <p:spPr>
            <a:xfrm>
              <a:off x="1123920" y="4021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6" name="Rectangle 8"/>
            <p:cNvSpPr/>
            <p:nvPr/>
          </p:nvSpPr>
          <p:spPr>
            <a:xfrm>
              <a:off x="414360" y="9360"/>
              <a:ext cx="28080" cy="448128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7" name="Freeform 9"/>
            <p:cNvSpPr/>
            <p:nvPr/>
          </p:nvSpPr>
          <p:spPr>
            <a:xfrm>
              <a:off x="33336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8" name="Freeform 10"/>
            <p:cNvSpPr/>
            <p:nvPr/>
          </p:nvSpPr>
          <p:spPr>
            <a:xfrm>
              <a:off x="190440" y="936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49" name="Freeform 11"/>
            <p:cNvSpPr/>
            <p:nvPr/>
          </p:nvSpPr>
          <p:spPr>
            <a:xfrm>
              <a:off x="1290600" y="14400"/>
              <a:ext cx="375840" cy="1801440"/>
            </a:xfrm>
            <a:custGeom>
              <a:avLst/>
              <a:gdLst>
                <a:gd name="textAreaLeft" fmla="*/ 0 w 375840"/>
                <a:gd name="textAreaRight" fmla="*/ 376200 w 3758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0" name="Freeform 12"/>
            <p:cNvSpPr/>
            <p:nvPr/>
          </p:nvSpPr>
          <p:spPr>
            <a:xfrm>
              <a:off x="1600200" y="18018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1" name="Freeform 13"/>
            <p:cNvSpPr/>
            <p:nvPr/>
          </p:nvSpPr>
          <p:spPr>
            <a:xfrm>
              <a:off x="1380960" y="936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2" name="Freeform 14"/>
            <p:cNvSpPr/>
            <p:nvPr/>
          </p:nvSpPr>
          <p:spPr>
            <a:xfrm>
              <a:off x="1643040" y="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3" name="Freeform 15"/>
            <p:cNvSpPr/>
            <p:nvPr/>
          </p:nvSpPr>
          <p:spPr>
            <a:xfrm>
              <a:off x="1685880" y="14209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4" name="Freeform 16"/>
            <p:cNvSpPr/>
            <p:nvPr/>
          </p:nvSpPr>
          <p:spPr>
            <a:xfrm>
              <a:off x="1685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5" name="Freeform 17"/>
            <p:cNvSpPr/>
            <p:nvPr/>
          </p:nvSpPr>
          <p:spPr>
            <a:xfrm>
              <a:off x="1743120" y="4680"/>
              <a:ext cx="418680" cy="52200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2000"/>
                <a:gd name="textAreaBottom" fmla="*/ 522360 h 52200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6" name="Freeform 18"/>
            <p:cNvSpPr/>
            <p:nvPr/>
          </p:nvSpPr>
          <p:spPr>
            <a:xfrm>
              <a:off x="2119320" y="488880"/>
              <a:ext cx="161640" cy="14724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7" name="Freeform 19"/>
            <p:cNvSpPr/>
            <p:nvPr/>
          </p:nvSpPr>
          <p:spPr>
            <a:xfrm>
              <a:off x="952560" y="468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8" name="Freeform 20"/>
            <p:cNvSpPr/>
            <p:nvPr/>
          </p:nvSpPr>
          <p:spPr>
            <a:xfrm>
              <a:off x="866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59" name="Freeform 21"/>
            <p:cNvSpPr/>
            <p:nvPr/>
          </p:nvSpPr>
          <p:spPr>
            <a:xfrm>
              <a:off x="890640" y="15541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0" name="Freeform 22"/>
            <p:cNvSpPr/>
            <p:nvPr/>
          </p:nvSpPr>
          <p:spPr>
            <a:xfrm>
              <a:off x="738360" y="5622840"/>
              <a:ext cx="337680" cy="1215720"/>
            </a:xfrm>
            <a:custGeom>
              <a:avLst/>
              <a:gdLst>
                <a:gd name="textAreaLeft" fmla="*/ 0 w 337680"/>
                <a:gd name="textAreaRight" fmla="*/ 338040 w 337680"/>
                <a:gd name="textAreaTop" fmla="*/ 0 h 1215720"/>
                <a:gd name="textAreaBottom" fmla="*/ 1216080 h 121572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1" name="Freeform 23"/>
            <p:cNvSpPr/>
            <p:nvPr/>
          </p:nvSpPr>
          <p:spPr>
            <a:xfrm>
              <a:off x="647640" y="5479920"/>
              <a:ext cx="156960" cy="1569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6960"/>
                <a:gd name="textAreaBottom" fmla="*/ 157320 h 1569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2" name="Freeform 24"/>
            <p:cNvSpPr/>
            <p:nvPr/>
          </p:nvSpPr>
          <p:spPr>
            <a:xfrm>
              <a:off x="6660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3" name="Freeform 25"/>
            <p:cNvSpPr/>
            <p:nvPr/>
          </p:nvSpPr>
          <p:spPr>
            <a:xfrm>
              <a:off x="0" y="3897360"/>
              <a:ext cx="132840" cy="2664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6400"/>
                <a:gd name="textAreaBottom" fmla="*/ 266760 h 26640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4" name="Freeform 26"/>
            <p:cNvSpPr/>
            <p:nvPr/>
          </p:nvSpPr>
          <p:spPr>
            <a:xfrm>
              <a:off x="66600" y="414972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5" name="Freeform 27"/>
            <p:cNvSpPr/>
            <p:nvPr/>
          </p:nvSpPr>
          <p:spPr>
            <a:xfrm>
              <a:off x="0" y="1644480"/>
              <a:ext cx="132840" cy="269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9640"/>
                <a:gd name="textAreaBottom" fmla="*/ 270000 h 26964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6" name="Freeform 28"/>
            <p:cNvSpPr/>
            <p:nvPr/>
          </p:nvSpPr>
          <p:spPr>
            <a:xfrm>
              <a:off x="66600" y="14684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7" name="Freeform 29"/>
            <p:cNvSpPr/>
            <p:nvPr/>
          </p:nvSpPr>
          <p:spPr>
            <a:xfrm>
              <a:off x="695160" y="4680"/>
              <a:ext cx="309240" cy="1558440"/>
            </a:xfrm>
            <a:custGeom>
              <a:avLst/>
              <a:gdLst>
                <a:gd name="textAreaLeft" fmla="*/ 0 w 309240"/>
                <a:gd name="textAreaRight" fmla="*/ 309600 w 309240"/>
                <a:gd name="textAreaTop" fmla="*/ 0 h 1558440"/>
                <a:gd name="textAreaBottom" fmla="*/ 1558800 h 155844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8" name="Freeform 30"/>
            <p:cNvSpPr/>
            <p:nvPr/>
          </p:nvSpPr>
          <p:spPr>
            <a:xfrm>
              <a:off x="57240" y="48816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69" name="Freeform 31"/>
            <p:cNvSpPr/>
            <p:nvPr/>
          </p:nvSpPr>
          <p:spPr>
            <a:xfrm>
              <a:off x="138240" y="5060880"/>
              <a:ext cx="304560" cy="177768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0 h 1777680"/>
                <a:gd name="textAreaBottom" fmla="*/ 1778040 h 177768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0" name="Freeform 32"/>
            <p:cNvSpPr/>
            <p:nvPr/>
          </p:nvSpPr>
          <p:spPr>
            <a:xfrm>
              <a:off x="56196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1" name="Rectangle 33"/>
            <p:cNvSpPr/>
            <p:nvPr/>
          </p:nvSpPr>
          <p:spPr>
            <a:xfrm>
              <a:off x="642960" y="6610320"/>
              <a:ext cx="23400" cy="24264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2" name="Freeform 34"/>
            <p:cNvSpPr/>
            <p:nvPr/>
          </p:nvSpPr>
          <p:spPr>
            <a:xfrm>
              <a:off x="7632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3" name="Freeform 35"/>
            <p:cNvSpPr/>
            <p:nvPr/>
          </p:nvSpPr>
          <p:spPr>
            <a:xfrm>
              <a:off x="0" y="5978520"/>
              <a:ext cx="190080" cy="46152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461520"/>
                <a:gd name="textAreaBottom" fmla="*/ 461880 h 46152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4" name="Freeform 36"/>
            <p:cNvSpPr/>
            <p:nvPr/>
          </p:nvSpPr>
          <p:spPr>
            <a:xfrm>
              <a:off x="1014480" y="1801800"/>
              <a:ext cx="213840" cy="75528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755280"/>
                <a:gd name="textAreaBottom" fmla="*/ 755640 h 75528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5" name="Freeform 37"/>
            <p:cNvSpPr/>
            <p:nvPr/>
          </p:nvSpPr>
          <p:spPr>
            <a:xfrm>
              <a:off x="938160" y="2548080"/>
              <a:ext cx="166320" cy="15984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159840"/>
                <a:gd name="textAreaBottom" fmla="*/ 160200 h 15984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6" name="Freeform 38"/>
            <p:cNvSpPr/>
            <p:nvPr/>
          </p:nvSpPr>
          <p:spPr>
            <a:xfrm>
              <a:off x="595440" y="4680"/>
              <a:ext cx="637920" cy="4025520"/>
            </a:xfrm>
            <a:custGeom>
              <a:avLst/>
              <a:gdLst>
                <a:gd name="textAreaLeft" fmla="*/ 0 w 637920"/>
                <a:gd name="textAreaRight" fmla="*/ 638280 w 637920"/>
                <a:gd name="textAreaTop" fmla="*/ 0 h 4025520"/>
                <a:gd name="textAreaBottom" fmla="*/ 4025880 h 402552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7" name="Freeform 39"/>
            <p:cNvSpPr/>
            <p:nvPr/>
          </p:nvSpPr>
          <p:spPr>
            <a:xfrm>
              <a:off x="1224000" y="1382760"/>
              <a:ext cx="142560" cy="47592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5920"/>
                <a:gd name="textAreaBottom" fmla="*/ 476280 h 47592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8" name="Freeform 40"/>
            <p:cNvSpPr/>
            <p:nvPr/>
          </p:nvSpPr>
          <p:spPr>
            <a:xfrm>
              <a:off x="1300320" y="1849320"/>
              <a:ext cx="109080" cy="10764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79" name="Freeform 41"/>
            <p:cNvSpPr/>
            <p:nvPr/>
          </p:nvSpPr>
          <p:spPr>
            <a:xfrm>
              <a:off x="281160" y="3417840"/>
              <a:ext cx="142560" cy="47448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4480"/>
                <a:gd name="textAreaBottom" fmla="*/ 474840 h 47448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0" name="Freeform 42"/>
            <p:cNvSpPr/>
            <p:nvPr/>
          </p:nvSpPr>
          <p:spPr>
            <a:xfrm>
              <a:off x="237960" y="38829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1" name="Freeform 43"/>
            <p:cNvSpPr/>
            <p:nvPr/>
          </p:nvSpPr>
          <p:spPr>
            <a:xfrm>
              <a:off x="4680" y="2166840"/>
              <a:ext cx="114120" cy="4521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452160"/>
                <a:gd name="textAreaBottom" fmla="*/ 452520 h 45216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2" name="Freeform 44"/>
            <p:cNvSpPr/>
            <p:nvPr/>
          </p:nvSpPr>
          <p:spPr>
            <a:xfrm>
              <a:off x="52560" y="20667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3" name="Rectangle 45"/>
            <p:cNvSpPr/>
            <p:nvPr/>
          </p:nvSpPr>
          <p:spPr>
            <a:xfrm>
              <a:off x="1228680" y="466236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4" name="Freeform 46"/>
            <p:cNvSpPr/>
            <p:nvPr/>
          </p:nvSpPr>
          <p:spPr>
            <a:xfrm>
              <a:off x="1319040" y="5041800"/>
              <a:ext cx="371160" cy="18014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5" name="Freeform 47"/>
            <p:cNvSpPr/>
            <p:nvPr/>
          </p:nvSpPr>
          <p:spPr>
            <a:xfrm>
              <a:off x="114768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6" name="Freeform 48"/>
            <p:cNvSpPr/>
            <p:nvPr/>
          </p:nvSpPr>
          <p:spPr>
            <a:xfrm>
              <a:off x="819000" y="3983040"/>
              <a:ext cx="347400" cy="2860200"/>
            </a:xfrm>
            <a:custGeom>
              <a:avLst/>
              <a:gdLst>
                <a:gd name="textAreaLeft" fmla="*/ 0 w 347400"/>
                <a:gd name="textAreaRight" fmla="*/ 347760 w 347400"/>
                <a:gd name="textAreaTop" fmla="*/ 0 h 2860200"/>
                <a:gd name="textAreaBottom" fmla="*/ 2860560 h 286020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7" name="Freeform 49"/>
            <p:cNvSpPr/>
            <p:nvPr/>
          </p:nvSpPr>
          <p:spPr>
            <a:xfrm>
              <a:off x="728640" y="380700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8" name="Freeform 50"/>
            <p:cNvSpPr/>
            <p:nvPr/>
          </p:nvSpPr>
          <p:spPr>
            <a:xfrm>
              <a:off x="1623960" y="4867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89" name="Freeform 51"/>
            <p:cNvSpPr/>
            <p:nvPr/>
          </p:nvSpPr>
          <p:spPr>
            <a:xfrm>
              <a:off x="1405080" y="542304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0" name="Freeform 52"/>
            <p:cNvSpPr/>
            <p:nvPr/>
          </p:nvSpPr>
          <p:spPr>
            <a:xfrm>
              <a:off x="1666800" y="594504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1" name="Freeform 53"/>
            <p:cNvSpPr/>
            <p:nvPr/>
          </p:nvSpPr>
          <p:spPr>
            <a:xfrm>
              <a:off x="1709640" y="5246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2" name="Freeform 54"/>
            <p:cNvSpPr/>
            <p:nvPr/>
          </p:nvSpPr>
          <p:spPr>
            <a:xfrm>
              <a:off x="1709640" y="57643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3" name="Freeform 55"/>
            <p:cNvSpPr/>
            <p:nvPr/>
          </p:nvSpPr>
          <p:spPr>
            <a:xfrm>
              <a:off x="1766880" y="6330960"/>
              <a:ext cx="418680" cy="52668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4" name="Freeform 56"/>
            <p:cNvSpPr/>
            <p:nvPr/>
          </p:nvSpPr>
          <p:spPr>
            <a:xfrm>
              <a:off x="2147760" y="6221520"/>
              <a:ext cx="156960" cy="14724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5" name="Freeform 57"/>
            <p:cNvSpPr/>
            <p:nvPr/>
          </p:nvSpPr>
          <p:spPr>
            <a:xfrm>
              <a:off x="504720" y="9360"/>
              <a:ext cx="232920" cy="5103360"/>
            </a:xfrm>
            <a:custGeom>
              <a:avLst/>
              <a:gdLst>
                <a:gd name="textAreaLeft" fmla="*/ 0 w 232920"/>
                <a:gd name="textAreaRight" fmla="*/ 233280 w 232920"/>
                <a:gd name="textAreaTop" fmla="*/ 0 h 5103360"/>
                <a:gd name="textAreaBottom" fmla="*/ 5103720 h 510336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96" name="Freeform 58"/>
            <p:cNvSpPr/>
            <p:nvPr/>
          </p:nvSpPr>
          <p:spPr>
            <a:xfrm>
              <a:off x="633240" y="5103720"/>
              <a:ext cx="185400" cy="185400"/>
            </a:xfrm>
            <a:custGeom>
              <a:avLst/>
              <a:gdLst>
                <a:gd name="textAreaLeft" fmla="*/ 0 w 185400"/>
                <a:gd name="textAreaRight" fmla="*/ 185760 w 18540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82FFFF"/>
                </a:gs>
                <a:gs pos="100000">
                  <a:srgbClr val="3D97DE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ru-RU" sz="1800" b="0" u="none" strike="noStrik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876320" y="1122480"/>
            <a:ext cx="879120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8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4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dt" idx="1"/>
          </p:nvPr>
        </p:nvSpPr>
        <p:spPr>
          <a:xfrm>
            <a:off x="7077600" y="54100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ftr" idx="2"/>
          </p:nvPr>
        </p:nvSpPr>
        <p:spPr>
          <a:xfrm>
            <a:off x="1876320" y="5410080"/>
            <a:ext cx="5124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00" name="PlaceHolder 4"/>
          <p:cNvSpPr>
            <a:spLocks noGrp="1"/>
          </p:cNvSpPr>
          <p:nvPr>
            <p:ph type="sldNum" idx="3"/>
          </p:nvPr>
        </p:nvSpPr>
        <p:spPr>
          <a:xfrm>
            <a:off x="9896760" y="541008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90F6C0-572D-4AF8-87CE-448CF2EB0006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lt1"/>
                </a:solidFill>
                <a:uFillTx/>
                <a:latin typeface="Tw Cen MT"/>
              </a:rPr>
              <a:t>Для правки структуры щёлкните мышью</a:t>
            </a: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 структуры</a:t>
            </a: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 структуры</a:t>
            </a: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1"/>
                </a:solidFill>
                <a:uFillTx/>
                <a:latin typeface="Tw Cen MT"/>
              </a:rPr>
              <a:t>Четвёртый уровень структуры</a:t>
            </a: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 структуры</a:t>
            </a: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uFillTx/>
                <a:latin typeface="Tw Cen MT"/>
              </a:rPr>
              <a:t>Шестой уровень структуры</a:t>
            </a: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uFillTx/>
                <a:latin typeface="Tw Cen MT"/>
              </a:rPr>
              <a:t>Седьмой уровень структуры</a:t>
            </a: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5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106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107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08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09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0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1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2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3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4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5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6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7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19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0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1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2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3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4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5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6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7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8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29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0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1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2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3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134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135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6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7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8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39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0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1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2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3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44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141560" y="4304520"/>
            <a:ext cx="9911880" cy="81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2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1141560" y="606600"/>
            <a:ext cx="9911880" cy="329940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chemeClr val="lt1"/>
                </a:solidFill>
                <a:uFillTx/>
                <a:latin typeface="Tw Cen MT"/>
              </a:rPr>
              <a:t>Вставка рисунка</a:t>
            </a:r>
            <a:endParaRPr lang="en-US" sz="32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1141200" y="5123880"/>
            <a:ext cx="9910440" cy="68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4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ftr" idx="5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50" name="PlaceHolder 6"/>
          <p:cNvSpPr>
            <a:spLocks noGrp="1"/>
          </p:cNvSpPr>
          <p:nvPr>
            <p:ph type="sldNum" idx="6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0A51CE1-278E-44D3-8C9A-904451C0778E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2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153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154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5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6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7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8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59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0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1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2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3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4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6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7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8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69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0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1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2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3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4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5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6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7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8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79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0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181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182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3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4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5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6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7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8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89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90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191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342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1141560" y="4419720"/>
            <a:ext cx="990396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dt" idx="7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ftr" idx="8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96" name="PlaceHolder 5"/>
          <p:cNvSpPr>
            <a:spLocks noGrp="1"/>
          </p:cNvSpPr>
          <p:nvPr>
            <p:ph type="sldNum" idx="9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99F077-4990-47C6-92D9-A988ACB0AB82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98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199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00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1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2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3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4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5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6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7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8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09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0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1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2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3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4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5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6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7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8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19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0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1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2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3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4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5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6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227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228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29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0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1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2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3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4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5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6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37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446120" y="609480"/>
            <a:ext cx="9302400" cy="27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1720800" y="3365640"/>
            <a:ext cx="8751960" cy="54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1141560" y="4309920"/>
            <a:ext cx="9905760" cy="148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dt" idx="10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ftr" idx="11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243" name="PlaceHolder 6"/>
          <p:cNvSpPr>
            <a:spLocks noGrp="1"/>
          </p:cNvSpPr>
          <p:nvPr>
            <p:ph type="sldNum" idx="12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DF9EF2-8C90-4705-A90F-76B5E673C7BC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44" name="TextBox 59"/>
          <p:cNvSpPr/>
          <p:nvPr/>
        </p:nvSpPr>
        <p:spPr>
          <a:xfrm>
            <a:off x="903600" y="73224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uFillTx/>
                <a:latin typeface="Tw Cen MT"/>
              </a:rPr>
              <a:t>“</a:t>
            </a:r>
            <a:endParaRPr lang="ru-RU" sz="80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5" name="TextBox 60"/>
          <p:cNvSpPr/>
          <p:nvPr/>
        </p:nvSpPr>
        <p:spPr>
          <a:xfrm>
            <a:off x="10537200" y="27648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lt1"/>
                </a:solidFill>
                <a:uFillTx/>
                <a:latin typeface="Tw Cen MT"/>
              </a:rPr>
              <a:t>”</a:t>
            </a:r>
            <a:endParaRPr lang="ru-RU" sz="8000" b="0" u="none" strike="noStrik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7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48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49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0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1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2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3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4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5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6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7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8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59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1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2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3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4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5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6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7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8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69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0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1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2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3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4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5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276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277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8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79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0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1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2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3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4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5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86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141560" y="2134080"/>
            <a:ext cx="9905760" cy="251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1141200" y="4657680"/>
            <a:ext cx="99043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13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ftr" idx="14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291" name="PlaceHolder 5"/>
          <p:cNvSpPr>
            <a:spLocks noGrp="1"/>
          </p:cNvSpPr>
          <p:nvPr>
            <p:ph type="sldNum" idx="15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4E5802-FD7A-4F81-AEED-11D2F6D2C8E1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93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94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95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96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97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98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299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0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1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2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3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4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5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7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8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09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0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1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2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3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4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5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6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7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8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19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0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1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322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23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4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5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6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7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8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29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30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31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32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190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1141560" y="2674440"/>
            <a:ext cx="31964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body"/>
          </p:nvPr>
        </p:nvSpPr>
        <p:spPr>
          <a:xfrm>
            <a:off x="1127880" y="3360240"/>
            <a:ext cx="320832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6" name="PlaceHolder 4"/>
          <p:cNvSpPr>
            <a:spLocks noGrp="1"/>
          </p:cNvSpPr>
          <p:nvPr>
            <p:ph type="body"/>
          </p:nvPr>
        </p:nvSpPr>
        <p:spPr>
          <a:xfrm>
            <a:off x="4514760" y="2677680"/>
            <a:ext cx="318420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7" name="PlaceHolder 5"/>
          <p:cNvSpPr>
            <a:spLocks noGrp="1"/>
          </p:cNvSpPr>
          <p:nvPr>
            <p:ph type="body"/>
          </p:nvPr>
        </p:nvSpPr>
        <p:spPr>
          <a:xfrm>
            <a:off x="4504320" y="3363480"/>
            <a:ext cx="319536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8" name="PlaceHolder 6"/>
          <p:cNvSpPr>
            <a:spLocks noGrp="1"/>
          </p:cNvSpPr>
          <p:nvPr>
            <p:ph type="body"/>
          </p:nvPr>
        </p:nvSpPr>
        <p:spPr>
          <a:xfrm>
            <a:off x="7852320" y="2674440"/>
            <a:ext cx="31946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39" name="PlaceHolder 7"/>
          <p:cNvSpPr>
            <a:spLocks noGrp="1"/>
          </p:cNvSpPr>
          <p:nvPr>
            <p:ph type="body"/>
          </p:nvPr>
        </p:nvSpPr>
        <p:spPr>
          <a:xfrm>
            <a:off x="7852320" y="3360240"/>
            <a:ext cx="319464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40" name="PlaceHolder 8"/>
          <p:cNvSpPr>
            <a:spLocks noGrp="1"/>
          </p:cNvSpPr>
          <p:nvPr>
            <p:ph type="dt" idx="16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41" name="PlaceHolder 9"/>
          <p:cNvSpPr>
            <a:spLocks noGrp="1"/>
          </p:cNvSpPr>
          <p:nvPr>
            <p:ph type="ftr" idx="17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42" name="PlaceHolder 10"/>
          <p:cNvSpPr>
            <a:spLocks noGrp="1"/>
          </p:cNvSpPr>
          <p:nvPr>
            <p:ph type="sldNum" idx="18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8E1AE5-F12D-46A3-849F-7DCE4CBE1DE2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44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345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346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47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48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49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0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1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2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3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4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5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6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8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59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0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1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2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3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4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5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6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7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8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69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0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1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2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373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74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5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6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7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8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79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80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81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82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383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190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1141560" y="4404600"/>
            <a:ext cx="319500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body"/>
          </p:nvPr>
        </p:nvSpPr>
        <p:spPr>
          <a:xfrm>
            <a:off x="1141560" y="2666880"/>
            <a:ext cx="3195000" cy="152352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Вставка рисунка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 type="body"/>
          </p:nvPr>
        </p:nvSpPr>
        <p:spPr>
          <a:xfrm>
            <a:off x="1141560" y="4980960"/>
            <a:ext cx="3195000" cy="81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88" name="PlaceHolder 5"/>
          <p:cNvSpPr>
            <a:spLocks noGrp="1"/>
          </p:cNvSpPr>
          <p:nvPr>
            <p:ph type="body"/>
          </p:nvPr>
        </p:nvSpPr>
        <p:spPr>
          <a:xfrm>
            <a:off x="4489200" y="4404600"/>
            <a:ext cx="320004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89" name="PlaceHolder 6"/>
          <p:cNvSpPr>
            <a:spLocks noGrp="1"/>
          </p:cNvSpPr>
          <p:nvPr>
            <p:ph type="body"/>
          </p:nvPr>
        </p:nvSpPr>
        <p:spPr>
          <a:xfrm>
            <a:off x="4489200" y="2666880"/>
            <a:ext cx="3198600" cy="152352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Вставка рисунка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90" name="PlaceHolder 7"/>
          <p:cNvSpPr>
            <a:spLocks noGrp="1"/>
          </p:cNvSpPr>
          <p:nvPr>
            <p:ph type="body"/>
          </p:nvPr>
        </p:nvSpPr>
        <p:spPr>
          <a:xfrm>
            <a:off x="4487760" y="4980960"/>
            <a:ext cx="3200040" cy="81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91" name="PlaceHolder 8"/>
          <p:cNvSpPr>
            <a:spLocks noGrp="1"/>
          </p:cNvSpPr>
          <p:nvPr>
            <p:ph type="body"/>
          </p:nvPr>
        </p:nvSpPr>
        <p:spPr>
          <a:xfrm>
            <a:off x="7852680" y="4404600"/>
            <a:ext cx="319032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92" name="PlaceHolder 9"/>
          <p:cNvSpPr>
            <a:spLocks noGrp="1"/>
          </p:cNvSpPr>
          <p:nvPr>
            <p:ph type="body"/>
          </p:nvPr>
        </p:nvSpPr>
        <p:spPr>
          <a:xfrm>
            <a:off x="7852320" y="2666880"/>
            <a:ext cx="3194640" cy="152352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Вставка рисунка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93" name="PlaceHolder 10"/>
          <p:cNvSpPr>
            <a:spLocks noGrp="1"/>
          </p:cNvSpPr>
          <p:nvPr>
            <p:ph type="body"/>
          </p:nvPr>
        </p:nvSpPr>
        <p:spPr>
          <a:xfrm>
            <a:off x="7852320" y="4980960"/>
            <a:ext cx="3194640" cy="81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394" name="PlaceHolder 11"/>
          <p:cNvSpPr>
            <a:spLocks noGrp="1"/>
          </p:cNvSpPr>
          <p:nvPr>
            <p:ph type="dt" idx="19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395" name="PlaceHolder 12"/>
          <p:cNvSpPr>
            <a:spLocks noGrp="1"/>
          </p:cNvSpPr>
          <p:nvPr>
            <p:ph type="ftr" idx="20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396" name="PlaceHolder 13"/>
          <p:cNvSpPr>
            <a:spLocks noGrp="1"/>
          </p:cNvSpPr>
          <p:nvPr>
            <p:ph type="sldNum" idx="21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A63FF6-EE73-4963-BBC6-F2F308515A78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98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399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00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1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2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3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4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5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6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7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8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09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0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1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2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3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4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5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6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7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8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19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0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1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2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3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4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5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6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427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428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29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0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1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2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3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4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5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6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37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dt" idx="22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441" name="PlaceHolder 4"/>
          <p:cNvSpPr>
            <a:spLocks noGrp="1"/>
          </p:cNvSpPr>
          <p:nvPr>
            <p:ph type="ftr" idx="23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42" name="PlaceHolder 5"/>
          <p:cNvSpPr>
            <a:spLocks noGrp="1"/>
          </p:cNvSpPr>
          <p:nvPr>
            <p:ph type="sldNum" idx="24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55328ED-C000-42CE-8529-9B70FDDAACF8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44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45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46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47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48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49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0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1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2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3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4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5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6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8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59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0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1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2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3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4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5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6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7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8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69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0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1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2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473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474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5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6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7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8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79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80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81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82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83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9042480" y="609480"/>
            <a:ext cx="2004480" cy="518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1141560" y="609480"/>
            <a:ext cx="7748280" cy="518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dt" idx="25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 type="ftr" idx="26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488" name="PlaceHolder 5"/>
          <p:cNvSpPr>
            <a:spLocks noGrp="1"/>
          </p:cNvSpPr>
          <p:nvPr>
            <p:ph type="sldNum" idx="27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B7AB09-C2A8-40EF-AF4C-0E76ED0EDAD9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7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Picture 2" descr="\\DROBO-FS\QuickDrops\JB\PPTX NG\Droplets\LightingOverlay.png"/>
          <p:cNvPicPr/>
          <p:nvPr/>
        </p:nvPicPr>
        <p:blipFill>
          <a:blip r:embed="rId8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90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91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92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3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4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5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6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7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8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499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0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1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2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4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5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6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7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8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09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0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1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2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3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4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5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6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7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18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519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520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1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2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3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4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5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6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7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8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29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28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ftr" idx="29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34" name="PlaceHolder 5"/>
          <p:cNvSpPr>
            <a:spLocks noGrp="1"/>
          </p:cNvSpPr>
          <p:nvPr>
            <p:ph type="sldNum" idx="30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ACA5DC-5BCD-402F-BF50-DD5E83E18AA3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40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541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542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3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4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5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6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7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8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49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0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1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2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4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5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6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7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8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59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0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1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2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3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4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5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6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7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68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569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570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1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2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3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4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5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6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7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8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79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141560" y="1419120"/>
            <a:ext cx="990576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1141560" y="4424400"/>
            <a:ext cx="9905760" cy="137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800" b="0" u="none" strike="noStrike" cap="all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Образец текста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dt" idx="31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83" name="PlaceHolder 4"/>
          <p:cNvSpPr>
            <a:spLocks noGrp="1"/>
          </p:cNvSpPr>
          <p:nvPr>
            <p:ph type="ftr" idx="32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584" name="PlaceHolder 5"/>
          <p:cNvSpPr>
            <a:spLocks noGrp="1"/>
          </p:cNvSpPr>
          <p:nvPr>
            <p:ph type="sldNum" idx="33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EDADB6-028E-47BF-AB96-62D4D9BE196F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86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587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588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89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0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1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2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3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4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5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6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7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8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59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0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1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2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3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4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5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6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7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8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09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0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1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2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3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4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615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616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7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8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19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0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1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2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3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4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25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487800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body"/>
          </p:nvPr>
        </p:nvSpPr>
        <p:spPr>
          <a:xfrm>
            <a:off x="6172200" y="2249640"/>
            <a:ext cx="4874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 type="dt" idx="34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30" name="PlaceHolder 5"/>
          <p:cNvSpPr>
            <a:spLocks noGrp="1"/>
          </p:cNvSpPr>
          <p:nvPr>
            <p:ph type="ftr" idx="35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631" name="PlaceHolder 6"/>
          <p:cNvSpPr>
            <a:spLocks noGrp="1"/>
          </p:cNvSpPr>
          <p:nvPr>
            <p:ph type="sldNum" idx="36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1C2DFEC-378E-4382-B0CE-24A313804CD1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6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637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638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39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0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1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2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3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4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5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6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7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8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4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0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1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2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3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4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5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6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7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8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59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0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1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2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3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4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665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666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7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8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69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0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1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2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3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4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75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1141560" y="619200"/>
            <a:ext cx="9905760" cy="1477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1370160" y="2249640"/>
            <a:ext cx="464940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body"/>
          </p:nvPr>
        </p:nvSpPr>
        <p:spPr>
          <a:xfrm>
            <a:off x="1141560" y="3073320"/>
            <a:ext cx="4878000" cy="271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79" name="PlaceHolder 4"/>
          <p:cNvSpPr>
            <a:spLocks noGrp="1"/>
          </p:cNvSpPr>
          <p:nvPr>
            <p:ph type="body"/>
          </p:nvPr>
        </p:nvSpPr>
        <p:spPr>
          <a:xfrm>
            <a:off x="6400800" y="2249640"/>
            <a:ext cx="46461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4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80" name="PlaceHolder 5"/>
          <p:cNvSpPr>
            <a:spLocks noGrp="1"/>
          </p:cNvSpPr>
          <p:nvPr>
            <p:ph type="body"/>
          </p:nvPr>
        </p:nvSpPr>
        <p:spPr>
          <a:xfrm>
            <a:off x="6172200" y="3073320"/>
            <a:ext cx="4874760" cy="271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681" name="PlaceHolder 6"/>
          <p:cNvSpPr>
            <a:spLocks noGrp="1"/>
          </p:cNvSpPr>
          <p:nvPr>
            <p:ph type="dt" idx="37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82" name="PlaceHolder 7"/>
          <p:cNvSpPr>
            <a:spLocks noGrp="1"/>
          </p:cNvSpPr>
          <p:nvPr>
            <p:ph type="ftr" idx="38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683" name="PlaceHolder 8"/>
          <p:cNvSpPr>
            <a:spLocks noGrp="1"/>
          </p:cNvSpPr>
          <p:nvPr>
            <p:ph type="sldNum" idx="39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A3CA48-9B22-4E24-A667-0E3C8396F8FD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4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85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686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687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88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89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0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1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2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3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4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5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6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7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699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0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1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2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3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4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5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6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7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8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09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0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1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2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3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714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715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6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7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8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19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20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21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22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23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24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726" name="PlaceHolder 2"/>
          <p:cNvSpPr>
            <a:spLocks noGrp="1"/>
          </p:cNvSpPr>
          <p:nvPr>
            <p:ph type="dt" idx="40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727" name="PlaceHolder 3"/>
          <p:cNvSpPr>
            <a:spLocks noGrp="1"/>
          </p:cNvSpPr>
          <p:nvPr>
            <p:ph type="ftr" idx="41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728" name="PlaceHolder 4"/>
          <p:cNvSpPr>
            <a:spLocks noGrp="1"/>
          </p:cNvSpPr>
          <p:nvPr>
            <p:ph type="sldNum" idx="42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D0D0B4-4BAE-431F-A978-9D4FF1F502B3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0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31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732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733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4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5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6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7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8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39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0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1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2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3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5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6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7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8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49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0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1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2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3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4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5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6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7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8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59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760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761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2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3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4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5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6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7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8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69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70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771" name="PlaceHolder 1"/>
          <p:cNvSpPr>
            <a:spLocks noGrp="1"/>
          </p:cNvSpPr>
          <p:nvPr>
            <p:ph type="dt" idx="43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 type="ftr" idx="44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773" name="PlaceHolder 3"/>
          <p:cNvSpPr>
            <a:spLocks noGrp="1"/>
          </p:cNvSpPr>
          <p:nvPr>
            <p:ph type="sldNum" idx="45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928C12-8CE6-4E3A-A3AB-E3A1EA40326E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4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75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776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777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78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79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0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1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2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3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4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5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6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7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89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0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1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2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3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4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5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6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7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8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799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0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1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2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3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804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805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6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7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8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09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10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11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12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13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14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1146600" y="609480"/>
            <a:ext cx="3855600" cy="163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2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5156280" y="592560"/>
            <a:ext cx="5890680" cy="51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24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000" b="0" u="none" strike="noStrike">
                <a:solidFill>
                  <a:schemeClr val="lt1"/>
                </a:solidFill>
                <a:uFillTx/>
                <a:latin typeface="Tw Cen MT"/>
              </a:rPr>
              <a:t>Второй уровень</a:t>
            </a:r>
            <a:endParaRPr lang="en-US" sz="20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1430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800" b="0" u="none" strike="noStrike">
                <a:solidFill>
                  <a:schemeClr val="lt1"/>
                </a:solidFill>
                <a:uFillTx/>
                <a:latin typeface="Tw Cen MT"/>
              </a:rPr>
              <a:t>Третий уровень</a:t>
            </a:r>
            <a:endParaRPr lang="en-US" sz="18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16002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Четвертый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  <a:p>
            <a:pPr marL="20574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Пятый уровень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body"/>
          </p:nvPr>
        </p:nvSpPr>
        <p:spPr>
          <a:xfrm>
            <a:off x="1146600" y="2249640"/>
            <a:ext cx="385560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18" name="PlaceHolder 4"/>
          <p:cNvSpPr>
            <a:spLocks noGrp="1"/>
          </p:cNvSpPr>
          <p:nvPr>
            <p:ph type="dt" idx="46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19" name="PlaceHolder 5"/>
          <p:cNvSpPr>
            <a:spLocks noGrp="1"/>
          </p:cNvSpPr>
          <p:nvPr>
            <p:ph type="ftr" idx="47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820" name="PlaceHolder 6"/>
          <p:cNvSpPr>
            <a:spLocks noGrp="1"/>
          </p:cNvSpPr>
          <p:nvPr>
            <p:ph type="sldNum" idx="48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C222DB-E76F-4838-9670-40D83B8CCE80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" name="Picture 2" descr="\\DROBO-FS\QuickDrops\JB\PPTX NG\Droplets\LightingOverlay.png"/>
          <p:cNvPicPr/>
          <p:nvPr/>
        </p:nvPicPr>
        <p:blipFill>
          <a:blip r:embed="rId4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22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823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824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25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26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27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28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29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0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1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2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3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4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-44640" rIns="90000" bIns="-44640" anchor="t" anchorCtr="1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6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7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8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39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0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1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2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3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4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5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6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7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8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49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0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/>
                  </a:gs>
                  <a:gs pos="100000">
                    <a:srgbClr val="3D97DE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  <p:grpSp>
          <p:nvGrpSpPr>
            <p:cNvPr id="851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852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3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4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5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6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7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8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59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60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  <p:sp>
            <p:nvSpPr>
              <p:cNvPr id="861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82FFFF">
                      <a:alpha val="80000"/>
                    </a:srgbClr>
                  </a:gs>
                  <a:gs pos="100000">
                    <a:srgbClr val="3D97DE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ru-RU" sz="1800" b="0" u="none" strike="noStrike">
                  <a:solidFill>
                    <a:srgbClr val="000000"/>
                  </a:solidFill>
                  <a:uFillTx/>
                  <a:latin typeface="Arial"/>
                </a:endParaRPr>
              </a:p>
            </p:txBody>
          </p:sp>
        </p:grpSp>
      </p:grpSp>
      <p:sp>
        <p:nvSpPr>
          <p:cNvPr id="862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5934240" cy="163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200" b="0" u="none" strike="noStrike" cap="all">
                <a:solidFill>
                  <a:schemeClr val="lt1"/>
                </a:solidFill>
                <a:uFillTx/>
                <a:latin typeface="Tw Cen MT"/>
              </a:rPr>
              <a:t>Образец заголовка</a:t>
            </a:r>
            <a:endParaRPr lang="en-US" sz="32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7380720" y="609480"/>
            <a:ext cx="3666240" cy="518112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chemeClr val="lt1"/>
                </a:solidFill>
                <a:uFillTx/>
                <a:latin typeface="Tw Cen MT"/>
              </a:rPr>
              <a:t>Вставка рисунка</a:t>
            </a:r>
            <a:endParaRPr lang="en-US" sz="32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body"/>
          </p:nvPr>
        </p:nvSpPr>
        <p:spPr>
          <a:xfrm>
            <a:off x="1141560" y="2249640"/>
            <a:ext cx="593424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lt1"/>
                </a:solidFill>
                <a:uFillTx/>
                <a:latin typeface="Tw Cen MT"/>
              </a:rPr>
              <a:t>Образец текста</a:t>
            </a:r>
            <a:endParaRPr lang="en-US" sz="1600" b="0" u="none" strike="noStrike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65" name="PlaceHolder 4"/>
          <p:cNvSpPr>
            <a:spLocks noGrp="1"/>
          </p:cNvSpPr>
          <p:nvPr>
            <p:ph type="dt" idx="49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&lt;дата/время&gt;</a:t>
            </a:r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66" name="PlaceHolder 5"/>
          <p:cNvSpPr>
            <a:spLocks noGrp="1"/>
          </p:cNvSpPr>
          <p:nvPr>
            <p:ph type="ftr" idx="50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867" name="PlaceHolder 6"/>
          <p:cNvSpPr>
            <a:spLocks noGrp="1"/>
          </p:cNvSpPr>
          <p:nvPr>
            <p:ph type="sldNum" idx="51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AC0DC3-679F-474A-9FAC-81F0A938E62F}" type="slidenum">
              <a:rPr lang="ru-RU" sz="1050" b="0" u="none" strike="noStrike">
                <a:solidFill>
                  <a:schemeClr val="lt1">
                    <a:tint val="75000"/>
                  </a:schemeClr>
                </a:solidFill>
                <a:uFillTx/>
                <a:latin typeface="Tw Cen MT"/>
              </a:rPr>
              <a:t>‹#›</a:t>
            </a:fld>
            <a:endParaRPr lang="ru-RU" sz="1050" b="0" u="none" strike="noStrik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1876320" y="1122480"/>
            <a:ext cx="879120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800" b="0" u="none" strike="noStrike" cap="all" dirty="0">
                <a:solidFill>
                  <a:schemeClr val="lt1"/>
                </a:solidFill>
                <a:uFillTx/>
                <a:latin typeface="Tw Cen MT"/>
              </a:rPr>
              <a:t>Проект Расширенный калькулятор</a:t>
            </a:r>
            <a:endParaRPr lang="en-US" sz="4800" b="0" u="none" strike="noStrike" dirty="0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 type="subTitle"/>
          </p:nvPr>
        </p:nvSpPr>
        <p:spPr>
          <a:xfrm>
            <a:off x="1876320" y="3602160"/>
            <a:ext cx="879120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000" b="0" u="none" strike="noStrike" cap="all" dirty="0">
                <a:solidFill>
                  <a:schemeClr val="lt2"/>
                </a:solidFill>
                <a:uFillTx/>
                <a:latin typeface="Tw Cen MT"/>
              </a:rPr>
              <a:t>Государственное Бюджетное Общеобразовательное Учреждение Школа №1502 «Энергия»</a:t>
            </a:r>
            <a:endParaRPr lang="ru-RU" sz="2000" b="0" u="none" strike="noStrike" dirty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70" name="TextBox 3"/>
          <p:cNvSpPr/>
          <p:nvPr/>
        </p:nvSpPr>
        <p:spPr>
          <a:xfrm>
            <a:off x="7666200" y="5257800"/>
            <a:ext cx="498888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ru-RU" sz="1800" b="0" u="none" strike="noStrike" dirty="0">
                <a:solidFill>
                  <a:schemeClr val="lt1"/>
                </a:solidFill>
                <a:uFillTx/>
                <a:latin typeface="Tw Cen MT"/>
              </a:rPr>
              <a:t>Выполнил ученик 8 «Н» класса</a:t>
            </a:r>
            <a:endParaRPr lang="ru-RU" sz="1800" b="0" u="none" strike="noStrike" dirty="0">
              <a:solidFill>
                <a:srgbClr val="FFFFFF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ru-RU" sz="1800" b="0" u="none" strike="noStrike" dirty="0">
                <a:solidFill>
                  <a:schemeClr val="lt1"/>
                </a:solidFill>
                <a:uFillTx/>
                <a:latin typeface="Tw Cen MT"/>
              </a:rPr>
              <a:t>Лопатин Антон Юрьевич</a:t>
            </a:r>
            <a:endParaRPr lang="ru-RU" sz="1800" b="0" u="none" strike="noStrike" dirty="0">
              <a:solidFill>
                <a:srgbClr val="FFFFFF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ru-RU" sz="1800" b="0" u="none" strike="noStrike" dirty="0">
                <a:solidFill>
                  <a:schemeClr val="lt1"/>
                </a:solidFill>
                <a:uFillTx/>
                <a:latin typeface="Tw Cen MT"/>
              </a:rPr>
              <a:t>Руководитель проекта</a:t>
            </a:r>
            <a:endParaRPr lang="ru-RU" sz="1800" b="0" u="none" strike="noStrike" dirty="0">
              <a:solidFill>
                <a:srgbClr val="FFFFFF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ru-RU" sz="1800" b="0" u="none" strike="noStrike" dirty="0">
                <a:solidFill>
                  <a:schemeClr val="lt1"/>
                </a:solidFill>
                <a:uFillTx/>
                <a:latin typeface="Tw Cen MT"/>
              </a:rPr>
              <a:t>Шаров Иван Юрьевич</a:t>
            </a:r>
            <a:endParaRPr lang="ru-RU" sz="1800" b="0" u="none" strike="noStrike" dirty="0">
              <a:solidFill>
                <a:srgbClr val="FFFFFF"/>
              </a:solidFill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ru-RU" sz="1800" b="0" u="none" strike="noStrike" dirty="0">
                <a:solidFill>
                  <a:schemeClr val="lt1"/>
                </a:solidFill>
                <a:uFillTx/>
                <a:latin typeface="Tw Cen MT"/>
              </a:rPr>
              <a:t>Педагог дополнительного образования</a:t>
            </a:r>
            <a:endParaRPr lang="ru-RU" sz="1800" b="0" u="none" strike="noStrike" dirty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3600" b="0" u="none" strike="noStrike" cap="all" dirty="0">
                <a:solidFill>
                  <a:schemeClr val="lt1"/>
                </a:solidFill>
                <a:uFillTx/>
                <a:latin typeface="Tw Cen MT"/>
              </a:rPr>
              <a:t>Введение</a:t>
            </a:r>
            <a:endParaRPr lang="en-US" sz="3600" b="0" u="none" strike="noStrike" dirty="0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72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07000"/>
              </a:lnSpc>
              <a:spcBef>
                <a:spcPts val="1001"/>
              </a:spcBef>
              <a:spcAft>
                <a:spcPts val="799"/>
              </a:spcAft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</a:rPr>
              <a:t>Актуальность проекта: </a:t>
            </a: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  <a:ea typeface="Calibri"/>
              </a:rPr>
              <a:t>В наше время существует множество калькуляторов. Но совместного калькулятора нет.</a:t>
            </a: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  <a:p>
            <a:pPr marL="228600" indent="-228600" defTabSz="914400">
              <a:lnSpc>
                <a:spcPct val="107000"/>
              </a:lnSpc>
              <a:spcBef>
                <a:spcPts val="1001"/>
              </a:spcBef>
              <a:spcAft>
                <a:spcPts val="799"/>
              </a:spcAft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  <a:ea typeface="Calibri"/>
              </a:rPr>
              <a:t>Цель работы: Разработать и распространить калькулятор с нужным функционалом для школьников/студентов</a:t>
            </a: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  <a:p>
            <a:pPr marL="228600" indent="-228600" defTabSz="914400">
              <a:lnSpc>
                <a:spcPct val="107000"/>
              </a:lnSpc>
              <a:spcBef>
                <a:spcPts val="1001"/>
              </a:spcBef>
              <a:spcAft>
                <a:spcPts val="799"/>
              </a:spcAft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  <a:ea typeface="Calibri"/>
              </a:rPr>
              <a:t> Задачи: </a:t>
            </a: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  <a:ea typeface="Times New Roman"/>
              </a:rPr>
              <a:t>Анализ и подготовка материалов, Подготовка среды разработки­, Разработка приложения, Написать сайт для распространения</a:t>
            </a: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  <a:p>
            <a:pPr indent="0" defTabSz="914400">
              <a:lnSpc>
                <a:spcPct val="107000"/>
              </a:lnSpc>
              <a:spcBef>
                <a:spcPts val="1001"/>
              </a:spcBef>
              <a:spcAft>
                <a:spcPts val="799"/>
              </a:spcAft>
              <a:buNone/>
            </a:pP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914400" indent="-228600">
              <a:buNone/>
            </a:pP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  <a:ea typeface="Times New Roman"/>
              </a:rPr>
              <a:t>Анали</a:t>
            </a:r>
            <a:r>
              <a:rPr lang="ru-RU" sz="2400" dirty="0">
                <a:solidFill>
                  <a:schemeClr val="lt1"/>
                </a:solidFill>
                <a:latin typeface="Tw Cen MT"/>
                <a:ea typeface="Times New Roman"/>
              </a:rPr>
              <a:t>з и подготовка материалов</a:t>
            </a:r>
            <a:endParaRPr lang="en-US" sz="2400" b="0" u="none" strike="noStrike" dirty="0">
              <a:solidFill>
                <a:schemeClr val="lt1"/>
              </a:solidFill>
              <a:uFillTx/>
              <a:latin typeface="Tw Cen MT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FFFFFF"/>
              </a:buClr>
              <a:buSzPct val="125000"/>
              <a:buFont typeface="Arial"/>
              <a:buChar char="•"/>
            </a:pP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</a:rPr>
              <a:t>Анализ</a:t>
            </a:r>
            <a:r>
              <a:rPr lang="en-US" sz="2400" b="0" u="none" strike="noStrike" dirty="0">
                <a:solidFill>
                  <a:schemeClr val="lt1"/>
                </a:solidFill>
                <a:uFillTx/>
                <a:latin typeface="Tw Cen MT"/>
              </a:rPr>
              <a:t> </a:t>
            </a: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</a:rPr>
              <a:t>текущих калькуляторов</a:t>
            </a:r>
            <a:r>
              <a:rPr lang="en-US" sz="2400" b="0" u="none" strike="noStrike" dirty="0">
                <a:solidFill>
                  <a:schemeClr val="lt1"/>
                </a:solidFill>
                <a:uFillTx/>
                <a:latin typeface="Tw Cen MT"/>
              </a:rPr>
              <a:t>: Desmos и </a:t>
            </a:r>
            <a:r>
              <a:rPr lang="ru-RU" sz="2400" b="0" u="none" strike="noStrike" dirty="0">
                <a:solidFill>
                  <a:schemeClr val="lt1"/>
                </a:solidFill>
                <a:uFillTx/>
                <a:latin typeface="Tw Cen MT"/>
              </a:rPr>
              <a:t>калькулятор на </a:t>
            </a:r>
            <a:r>
              <a:rPr lang="en-US" sz="2400" b="0" u="none" strike="noStrike" dirty="0">
                <a:solidFill>
                  <a:schemeClr val="lt1"/>
                </a:solidFill>
                <a:uFillTx/>
                <a:latin typeface="Tw Cen MT"/>
              </a:rPr>
              <a:t>Windows</a:t>
            </a:r>
          </a:p>
          <a:p>
            <a:pPr marL="228600" indent="0" defTabSz="914400">
              <a:lnSpc>
                <a:spcPct val="120000"/>
              </a:lnSpc>
              <a:spcBef>
                <a:spcPts val="1001"/>
              </a:spcBef>
              <a:buNone/>
            </a:pPr>
            <a:r>
              <a:rPr lang="en-US" sz="2400" b="0" u="none" strike="noStrike" dirty="0">
                <a:solidFill>
                  <a:schemeClr val="lt1"/>
                </a:solidFill>
                <a:uFillTx/>
                <a:latin typeface="Tw Cen MT"/>
              </a:rPr>
              <a:t> </a:t>
            </a:r>
          </a:p>
        </p:txBody>
      </p:sp>
      <p:pic>
        <p:nvPicPr>
          <p:cNvPr id="876" name="Рисунок 875"/>
          <p:cNvPicPr/>
          <p:nvPr/>
        </p:nvPicPr>
        <p:blipFill>
          <a:blip r:embed="rId2"/>
          <a:stretch/>
        </p:blipFill>
        <p:spPr>
          <a:xfrm>
            <a:off x="0" y="2885040"/>
            <a:ext cx="7837200" cy="2504762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952719A-E813-4626-AB89-D43ACF6B4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386" y="2885040"/>
            <a:ext cx="2396548" cy="397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3600" b="0" u="none" strike="noStrike" dirty="0">
                <a:solidFill>
                  <a:schemeClr val="lt1"/>
                </a:solidFill>
                <a:uFillTx/>
              </a:rPr>
              <a:t>Подготовка</a:t>
            </a:r>
            <a:endParaRPr lang="en-US" sz="3600" b="0" u="none" strike="noStrike" dirty="0">
              <a:solidFill>
                <a:schemeClr val="lt1"/>
              </a:solidFill>
              <a:uFillTx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Контур">
  <a:themeElements>
    <a:clrScheme name="Контур">
      <a:dk1>
        <a:srgbClr val="000000"/>
      </a:dk1>
      <a:lt1>
        <a:srgbClr val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17700</TotalTime>
  <Words>95</Words>
  <Application>Microsoft Office PowerPoint</Application>
  <PresentationFormat>Широкоэкранный</PresentationFormat>
  <Paragraphs>16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17</vt:i4>
      </vt:variant>
      <vt:variant>
        <vt:lpstr>Заголовки слайдов</vt:lpstr>
      </vt:variant>
      <vt:variant>
        <vt:i4>4</vt:i4>
      </vt:variant>
    </vt:vector>
  </HeadingPairs>
  <TitlesOfParts>
    <vt:vector size="26" baseType="lpstr">
      <vt:lpstr>Arial</vt:lpstr>
      <vt:lpstr>Symbol</vt:lpstr>
      <vt:lpstr>Times New Roman</vt:lpstr>
      <vt:lpstr>Tw Cen MT</vt:lpstr>
      <vt:lpstr>Wingdings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Контур</vt:lpstr>
      <vt:lpstr>Проект Расширенный калькулятор</vt:lpstr>
      <vt:lpstr>Введение</vt:lpstr>
      <vt:lpstr>Анализ и подготовка материалов</vt:lpstr>
      <vt:lpstr>Подготовка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Расширенный калькулятор</dc:title>
  <dc:subject/>
  <dc:creator>Антон Лопатин</dc:creator>
  <dc:description/>
  <cp:lastModifiedBy>Антон Лопатин</cp:lastModifiedBy>
  <cp:revision>7</cp:revision>
  <dcterms:created xsi:type="dcterms:W3CDTF">2025-11-22T16:12:13Z</dcterms:created>
  <dcterms:modified xsi:type="dcterms:W3CDTF">2025-12-28T10:12:56Z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3</vt:i4>
  </property>
</Properties>
</file>