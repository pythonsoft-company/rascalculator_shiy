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_rels/theme4.xml.rels" ContentType="application/vnd.openxmlformats-package.relationships+xml"/>
  <Override PartName="/ppt/theme/_rels/theme13.xml.rels" ContentType="application/vnd.openxmlformats-package.relationships+xml"/>
  <Override PartName="/ppt/theme/_rels/theme3.xml.rels" ContentType="application/vnd.openxmlformats-package.relationships+xml"/>
  <Override PartName="/ppt/theme/_rels/theme12.xml.rels" ContentType="application/vnd.openxmlformats-package.relationships+xml"/>
  <Override PartName="/ppt/theme/_rels/theme10.xml.rels" ContentType="application/vnd.openxmlformats-package.relationships+xml"/>
  <Override PartName="/ppt/theme/_rels/theme1.xml.rels" ContentType="application/vnd.openxmlformats-package.relationships+xml"/>
  <Override PartName="/ppt/theme/_rels/theme9.xml.rels" ContentType="application/vnd.openxmlformats-package.relationships+xml"/>
  <Override PartName="/ppt/theme/_rels/theme8.xml.rels" ContentType="application/vnd.openxmlformats-package.relationships+xml"/>
  <Override PartName="/ppt/theme/_rels/theme17.xml.rels" ContentType="application/vnd.openxmlformats-package.relationships+xml"/>
  <Override PartName="/ppt/theme/_rels/theme7.xml.rels" ContentType="application/vnd.openxmlformats-package.relationships+xml"/>
  <Override PartName="/ppt/theme/_rels/theme16.xml.rels" ContentType="application/vnd.openxmlformats-package.relationships+xml"/>
  <Override PartName="/ppt/theme/_rels/theme15.xml.rels" ContentType="application/vnd.openxmlformats-package.relationships+xml"/>
  <Override PartName="/ppt/theme/_rels/theme6.xml.rels" ContentType="application/vnd.openxmlformats-package.relationships+xml"/>
  <Override PartName="/ppt/theme/_rels/theme14.xml.rels" ContentType="application/vnd.openxmlformats-package.relationships+xml"/>
  <Override PartName="/ppt/theme/_rels/theme5.xml.rels" ContentType="application/vnd.openxmlformats-package.relationships+xml"/>
  <Override PartName="/ppt/theme/_rels/theme11.xml.rels" ContentType="application/vnd.openxmlformats-package.relationships+xml"/>
  <Override PartName="/ppt/theme/_rels/theme2.xml.rels" ContentType="application/vnd.openxmlformats-package.relationships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72" r:id="rId12"/>
    <p:sldMasterId id="2147483674" r:id="rId13"/>
    <p:sldMasterId id="2147483676" r:id="rId14"/>
    <p:sldMasterId id="2147483678" r:id="rId15"/>
    <p:sldMasterId id="2147483680" r:id="rId16"/>
    <p:sldMasterId id="2147483682" r:id="rId17"/>
    <p:sldMasterId id="2147483684" r:id="rId18"/>
  </p:sldMasterIdLst>
  <p:sldIdLst>
    <p:sldId id="256" r:id="rId19"/>
    <p:sldId id="257" r:id="rId20"/>
    <p:sldId id="258" r:id="rId21"/>
    <p:sldId id="259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D29E2E-59ED-4E9A-BC45-877F776DA0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B6E6AA-28FC-40AE-8743-D0FBA214D8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565796F-741F-4B66-B5E4-E8705DA510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5258D5F-1F87-4621-ABCC-F841D393A6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2B1E7FD-CE37-4953-924A-79E7F9A9CF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9B55B40-792C-4262-861E-C94CAC327B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9DE530B-E1E2-4CC4-B6C4-90CD6D8792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5473940-98EA-4F33-9117-79EC38427E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D32BF8E-BB20-452B-A8A5-7AAF07EEDC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EA67E90-4FED-4FF5-BCBF-08CF96695A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A64EC45-28A5-4DD9-9DC3-2A841C7F28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F2329F3-7CCC-4DA5-9175-43DEE4C14C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BBBEC43-8295-441A-8B21-CCF0692A5A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4D78464-6FB7-43CD-A96F-4091AEA923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7498D83-33F4-447F-9569-41A1C3E075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C2C9FFC-8091-411D-970C-AE5B382D8A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DE711806-3D41-4439-A0C1-887A6300B0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15898465-2B8E-4AE0-BD70-D4028F54E2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0D505D2F-4C9F-44C8-9304-E37E6BD1CE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8DF2A810-8A97-4A75-833E-BCD8839563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D327AC4B-B895-412E-97F9-8C2BD4965F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5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7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9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0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3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9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9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4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0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1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9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pic>
        <p:nvPicPr>
          <p:cNvPr id="41" name="Picture 2" descr="\\DROBO-FS\QuickDrops\JB\PPTX NG\Droplets\LightingOverlay.png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" name="Group 10"/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43" name="Rectangle 5"/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4" name="Freeform 6"/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5" name="Freeform 7"/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6" name="Rectangle 8"/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7" name="Freeform 9"/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8" name="Freeform 10"/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9" name="Freeform 11"/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0" name="Freeform 12"/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1" name="Freeform 13"/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2" name="Freeform 14"/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3" name="Freeform 15"/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4" name="Freeform 16"/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5" name="Freeform 17"/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6" name="Freeform 18"/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7" name="Freeform 19"/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8" name="Freeform 20"/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9" name="Freeform 21"/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0" name="Freeform 22"/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1" name="Freeform 23"/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2" name="Freeform 24"/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3" name="Freeform 25"/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4" name="Freeform 26"/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5" name="Freeform 27"/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6" name="Freeform 28"/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7" name="Freeform 29"/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8" name="Freeform 30"/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9" name="Freeform 31"/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0" name="Freeform 32"/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1" name="Rectangle 33"/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2" name="Freeform 34"/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3" name="Freeform 35"/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4" name="Freeform 36"/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5" name="Freeform 37"/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6" name="Freeform 38"/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7" name="Freeform 39"/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8" name="Freeform 40"/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9" name="Freeform 41"/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0" name="Freeform 42"/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1" name="Freeform 43"/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2" name="Freeform 44"/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3" name="Rectangle 45"/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4" name="Freeform 46"/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5" name="Freeform 47"/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6" name="Freeform 48"/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7" name="Freeform 49"/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8" name="Freeform 50"/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9" name="Freeform 51"/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0" name="Freeform 52"/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1" name="Freeform 53"/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2" name="Freeform 54"/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3" name="Freeform 55"/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4" name="Freeform 56"/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5" name="Freeform 57"/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6" name="Freeform 58"/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8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4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1"/>
          </p:nvPr>
        </p:nvSpPr>
        <p:spPr>
          <a:xfrm>
            <a:off x="7077600" y="54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2"/>
          </p:nvPr>
        </p:nvSpPr>
        <p:spPr>
          <a:xfrm>
            <a:off x="1876320" y="5410080"/>
            <a:ext cx="5124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3"/>
          </p:nvPr>
        </p:nvSpPr>
        <p:spPr>
          <a:xfrm>
            <a:off x="9896760" y="541008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90F6C0-572D-4AF8-87CE-448CF2EB0006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Для правки структуры щёлкните мышью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 структуры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 структуры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uFillTx/>
                <a:latin typeface="Tw Cen MT"/>
              </a:rPr>
              <a:t>Четвёртый уровень структуры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 структуры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Шестой уровень структуры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Tw Cen MT"/>
              </a:rPr>
              <a:t>Седьмой уровень структуры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0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0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3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3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141560" y="4304520"/>
            <a:ext cx="9911880" cy="8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1141560" y="606600"/>
            <a:ext cx="9911880" cy="329940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lt1"/>
                </a:solidFill>
                <a:uFillTx/>
                <a:latin typeface="Tw Cen MT"/>
              </a:rPr>
              <a:t>Вставка рисунка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1141200" y="5123880"/>
            <a:ext cx="9910440" cy="6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sldNum" idx="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A51CE1-278E-44D3-8C9A-904451C0778E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2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53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54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5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6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7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8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59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0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1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2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3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4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6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7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8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69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0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1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2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3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4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5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6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7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8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79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0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81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82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3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4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5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6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7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8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89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90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91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342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1141560" y="4419720"/>
            <a:ext cx="990396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7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ftr" idx="8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sldNum" idx="9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99F077-4990-47C6-92D9-A988ACB0AB82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8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99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00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1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2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3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4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5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6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7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8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09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0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2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3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4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5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6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7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8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19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0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1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2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3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4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5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6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27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228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29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0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1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2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3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4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5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6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37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302400" cy="274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1720800" y="3365640"/>
            <a:ext cx="8751960" cy="54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1141560" y="4309920"/>
            <a:ext cx="9905760" cy="148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dt" idx="10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ftr" idx="11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sldNum" idx="12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DF9EF2-8C90-4705-A90F-76B5E673C7BC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44" name="TextBox 59"/>
          <p:cNvSpPr/>
          <p:nvPr/>
        </p:nvSpPr>
        <p:spPr>
          <a:xfrm>
            <a:off x="903600" y="73224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lt1"/>
                </a:solidFill>
                <a:uFillTx/>
                <a:latin typeface="Tw Cen MT"/>
              </a:rPr>
              <a:t>“</a:t>
            </a:r>
            <a:endParaRPr b="0" lang="ru-RU" sz="8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5" name="TextBox 60"/>
          <p:cNvSpPr/>
          <p:nvPr/>
        </p:nvSpPr>
        <p:spPr>
          <a:xfrm>
            <a:off x="10537200" y="27648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lt1"/>
                </a:solidFill>
                <a:uFillTx/>
                <a:latin typeface="Tw Cen MT"/>
              </a:rPr>
              <a:t>”</a:t>
            </a:r>
            <a:endParaRPr b="0" lang="ru-RU" sz="8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7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48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49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0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1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2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3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4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5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6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7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8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59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1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2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3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4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5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6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7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8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9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0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1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2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3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4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5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76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277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8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9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0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1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2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3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4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5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6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141560" y="2134080"/>
            <a:ext cx="9905760" cy="25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1141200" y="4657680"/>
            <a:ext cx="99043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dt" idx="13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ftr" idx="14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 type="sldNum" idx="15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4E5802-FD7A-4F81-AEED-11D2F6D2C8E1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9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9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9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0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1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2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2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2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3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1141560" y="2674440"/>
            <a:ext cx="319644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1127880" y="3360240"/>
            <a:ext cx="320832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4514760" y="2677680"/>
            <a:ext cx="318420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 type="body"/>
          </p:nvPr>
        </p:nvSpPr>
        <p:spPr>
          <a:xfrm>
            <a:off x="4504320" y="3363480"/>
            <a:ext cx="319536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8" name="PlaceHolder 6"/>
          <p:cNvSpPr>
            <a:spLocks noGrp="1"/>
          </p:cNvSpPr>
          <p:nvPr>
            <p:ph type="body"/>
          </p:nvPr>
        </p:nvSpPr>
        <p:spPr>
          <a:xfrm>
            <a:off x="7852320" y="2674440"/>
            <a:ext cx="319464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39" name="PlaceHolder 7"/>
          <p:cNvSpPr>
            <a:spLocks noGrp="1"/>
          </p:cNvSpPr>
          <p:nvPr>
            <p:ph type="body"/>
          </p:nvPr>
        </p:nvSpPr>
        <p:spPr>
          <a:xfrm>
            <a:off x="7852320" y="3360240"/>
            <a:ext cx="319464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40" name="PlaceHolder 8"/>
          <p:cNvSpPr>
            <a:spLocks noGrp="1"/>
          </p:cNvSpPr>
          <p:nvPr>
            <p:ph type="dt" idx="16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41" name="PlaceHolder 9"/>
          <p:cNvSpPr>
            <a:spLocks noGrp="1"/>
          </p:cNvSpPr>
          <p:nvPr>
            <p:ph type="ftr" idx="17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42" name="PlaceHolder 10"/>
          <p:cNvSpPr>
            <a:spLocks noGrp="1"/>
          </p:cNvSpPr>
          <p:nvPr>
            <p:ph type="sldNum" idx="18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8E1AE5-F12D-46A3-849F-7DCE4CBE1DE2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34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34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4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5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6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37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7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7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38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1141560" y="4404600"/>
            <a:ext cx="31950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1141560" y="2666880"/>
            <a:ext cx="319500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Вставка рисунка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body"/>
          </p:nvPr>
        </p:nvSpPr>
        <p:spPr>
          <a:xfrm>
            <a:off x="1141560" y="4980960"/>
            <a:ext cx="3195000" cy="8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 type="body"/>
          </p:nvPr>
        </p:nvSpPr>
        <p:spPr>
          <a:xfrm>
            <a:off x="4489200" y="4404600"/>
            <a:ext cx="32000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89" name="PlaceHolder 6"/>
          <p:cNvSpPr>
            <a:spLocks noGrp="1"/>
          </p:cNvSpPr>
          <p:nvPr>
            <p:ph type="body"/>
          </p:nvPr>
        </p:nvSpPr>
        <p:spPr>
          <a:xfrm>
            <a:off x="4489200" y="2666880"/>
            <a:ext cx="319860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Вставка рисунка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0" name="PlaceHolder 7"/>
          <p:cNvSpPr>
            <a:spLocks noGrp="1"/>
          </p:cNvSpPr>
          <p:nvPr>
            <p:ph type="body"/>
          </p:nvPr>
        </p:nvSpPr>
        <p:spPr>
          <a:xfrm>
            <a:off x="4487760" y="4980960"/>
            <a:ext cx="3200040" cy="8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1" name="PlaceHolder 8"/>
          <p:cNvSpPr>
            <a:spLocks noGrp="1"/>
          </p:cNvSpPr>
          <p:nvPr>
            <p:ph type="body"/>
          </p:nvPr>
        </p:nvSpPr>
        <p:spPr>
          <a:xfrm>
            <a:off x="7852680" y="4404600"/>
            <a:ext cx="319032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2" name="PlaceHolder 9"/>
          <p:cNvSpPr>
            <a:spLocks noGrp="1"/>
          </p:cNvSpPr>
          <p:nvPr>
            <p:ph type="body"/>
          </p:nvPr>
        </p:nvSpPr>
        <p:spPr>
          <a:xfrm>
            <a:off x="7852320" y="2666880"/>
            <a:ext cx="319464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Вставка рисунка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3" name="PlaceHolder 10"/>
          <p:cNvSpPr>
            <a:spLocks noGrp="1"/>
          </p:cNvSpPr>
          <p:nvPr>
            <p:ph type="body"/>
          </p:nvPr>
        </p:nvSpPr>
        <p:spPr>
          <a:xfrm>
            <a:off x="7852320" y="4980960"/>
            <a:ext cx="3194640" cy="8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394" name="PlaceHolder 11"/>
          <p:cNvSpPr>
            <a:spLocks noGrp="1"/>
          </p:cNvSpPr>
          <p:nvPr>
            <p:ph type="dt" idx="19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95" name="PlaceHolder 12"/>
          <p:cNvSpPr>
            <a:spLocks noGrp="1"/>
          </p:cNvSpPr>
          <p:nvPr>
            <p:ph type="ftr" idx="20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96" name="PlaceHolder 13"/>
          <p:cNvSpPr>
            <a:spLocks noGrp="1"/>
          </p:cNvSpPr>
          <p:nvPr>
            <p:ph type="sldNum" idx="21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A63FF6-EE73-4963-BBC6-F2F308515A78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98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399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00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1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2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3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4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5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6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7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8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09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0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2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3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4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5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6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7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8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19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0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1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2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3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4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5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6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27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428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29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0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1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2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3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4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5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6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37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Четвертый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dt" idx="22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 type="ftr" idx="23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2" name="PlaceHolder 5"/>
          <p:cNvSpPr>
            <a:spLocks noGrp="1"/>
          </p:cNvSpPr>
          <p:nvPr>
            <p:ph type="sldNum" idx="24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5328ED-C000-42CE-8529-9B70FDDAACF8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4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4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4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4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4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5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6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47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47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7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8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9042480" y="609480"/>
            <a:ext cx="200448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1141560" y="609480"/>
            <a:ext cx="774828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Четвертый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dt" idx="25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ftr" idx="26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sldNum" idx="27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B7AB09-C2A8-40EF-AF4C-0E76ED0EDAD9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9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9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49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0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1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1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52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2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Четвертый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dt" idx="28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ftr" idx="29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34" name="PlaceHolder 5"/>
          <p:cNvSpPr>
            <a:spLocks noGrp="1"/>
          </p:cNvSpPr>
          <p:nvPr>
            <p:ph type="sldNum" idx="30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ACA5DC-5BCD-402F-BF50-DD5E83E18AA3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4"/>
    <p:sldLayoutId id="2147483668" r:id="rId5"/>
    <p:sldLayoutId id="2147483669" r:id="rId6"/>
    <p:sldLayoutId id="2147483670" r:id="rId7"/>
    <p:sldLayoutId id="2147483671" r:id="rId8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4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54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4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4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5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6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6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57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7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1141560" y="1419120"/>
            <a:ext cx="990576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1141560" y="4424400"/>
            <a:ext cx="9905760" cy="137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 cap="all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dt" idx="31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3" name="PlaceHolder 4"/>
          <p:cNvSpPr>
            <a:spLocks noGrp="1"/>
          </p:cNvSpPr>
          <p:nvPr>
            <p:ph type="ftr" idx="32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4" name="PlaceHolder 5"/>
          <p:cNvSpPr>
            <a:spLocks noGrp="1"/>
          </p:cNvSpPr>
          <p:nvPr>
            <p:ph type="sldNum" idx="33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EDADB6-028E-47BF-AB96-62D4D9BE196F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6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587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88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89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0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1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2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3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4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5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6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7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8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59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0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1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2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3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4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5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6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7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8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09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0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1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2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3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4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15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616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7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8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19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0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1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2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3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4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25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Четвертый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body"/>
          </p:nvPr>
        </p:nvSpPr>
        <p:spPr>
          <a:xfrm>
            <a:off x="6172200" y="2249640"/>
            <a:ext cx="4874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Четвертый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29" name="PlaceHolder 4"/>
          <p:cNvSpPr>
            <a:spLocks noGrp="1"/>
          </p:cNvSpPr>
          <p:nvPr>
            <p:ph type="dt" idx="3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0" name="PlaceHolder 5"/>
          <p:cNvSpPr>
            <a:spLocks noGrp="1"/>
          </p:cNvSpPr>
          <p:nvPr>
            <p:ph type="ftr" idx="3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1" name="PlaceHolder 6"/>
          <p:cNvSpPr>
            <a:spLocks noGrp="1"/>
          </p:cNvSpPr>
          <p:nvPr>
            <p:ph type="sldNum" idx="3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C2DFEC-378E-4382-B0CE-24A313804CD1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6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637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638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39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0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1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2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3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4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5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6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7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8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4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0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1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2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3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4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5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6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7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8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59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0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1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2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3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4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665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666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7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8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69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0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1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2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3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4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75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1141560" y="619200"/>
            <a:ext cx="9905760" cy="14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1370160" y="2249640"/>
            <a:ext cx="46494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body"/>
          </p:nvPr>
        </p:nvSpPr>
        <p:spPr>
          <a:xfrm>
            <a:off x="1141560" y="3073320"/>
            <a:ext cx="4878000" cy="27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Четвертый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79" name="PlaceHolder 4"/>
          <p:cNvSpPr>
            <a:spLocks noGrp="1"/>
          </p:cNvSpPr>
          <p:nvPr>
            <p:ph type="body"/>
          </p:nvPr>
        </p:nvSpPr>
        <p:spPr>
          <a:xfrm>
            <a:off x="6400800" y="2249640"/>
            <a:ext cx="4646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80" name="PlaceHolder 5"/>
          <p:cNvSpPr>
            <a:spLocks noGrp="1"/>
          </p:cNvSpPr>
          <p:nvPr>
            <p:ph type="body"/>
          </p:nvPr>
        </p:nvSpPr>
        <p:spPr>
          <a:xfrm>
            <a:off x="6172200" y="3073320"/>
            <a:ext cx="4874760" cy="27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Четвертый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681" name="PlaceHolder 6"/>
          <p:cNvSpPr>
            <a:spLocks noGrp="1"/>
          </p:cNvSpPr>
          <p:nvPr>
            <p:ph type="dt" idx="37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2" name="PlaceHolder 7"/>
          <p:cNvSpPr>
            <a:spLocks noGrp="1"/>
          </p:cNvSpPr>
          <p:nvPr>
            <p:ph type="ftr" idx="38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3" name="PlaceHolder 8"/>
          <p:cNvSpPr>
            <a:spLocks noGrp="1"/>
          </p:cNvSpPr>
          <p:nvPr>
            <p:ph type="sldNum" idx="39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A3CA48-9B22-4E24-A667-0E3C8396F8FD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8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68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68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8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8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69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0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1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1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1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2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 type="dt" idx="40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ftr" idx="41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28" name="PlaceHolder 4"/>
          <p:cNvSpPr>
            <a:spLocks noGrp="1"/>
          </p:cNvSpPr>
          <p:nvPr>
            <p:ph type="sldNum" idx="42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D0D0B4-4BAE-431F-A978-9D4FF1F502B3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31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732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733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4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5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6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7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8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39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0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1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2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3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5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6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7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8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49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0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1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2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3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4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5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6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7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8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59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60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61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2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3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4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5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6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7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8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69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70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771" name="PlaceHolder 1"/>
          <p:cNvSpPr>
            <a:spLocks noGrp="1"/>
          </p:cNvSpPr>
          <p:nvPr>
            <p:ph type="dt" idx="43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 type="ftr" idx="44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45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928C12-8CE6-4E3A-A3AB-E3A1EA40326E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7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77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77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7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7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8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79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0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0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0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1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1146600" y="609480"/>
            <a:ext cx="3855600" cy="163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5156280" y="592560"/>
            <a:ext cx="5890680" cy="51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000" strike="noStrike" u="none">
                <a:solidFill>
                  <a:schemeClr val="lt1"/>
                </a:solidFill>
                <a:uFillTx/>
                <a:latin typeface="Tw Cen MT"/>
              </a:rPr>
              <a:t>Второй уровень</a:t>
            </a:r>
            <a:endParaRPr b="0" lang="en-US" sz="20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Третий уровень</a:t>
            </a: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Четвертый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Пятый уровень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body"/>
          </p:nvPr>
        </p:nvSpPr>
        <p:spPr>
          <a:xfrm>
            <a:off x="1146600" y="2249640"/>
            <a:ext cx="3855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18" name="PlaceHolder 4"/>
          <p:cNvSpPr>
            <a:spLocks noGrp="1"/>
          </p:cNvSpPr>
          <p:nvPr>
            <p:ph type="dt" idx="46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9" name="PlaceHolder 5"/>
          <p:cNvSpPr>
            <a:spLocks noGrp="1"/>
          </p:cNvSpPr>
          <p:nvPr>
            <p:ph type="ftr" idx="47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20" name="PlaceHolder 6"/>
          <p:cNvSpPr>
            <a:spLocks noGrp="1"/>
          </p:cNvSpPr>
          <p:nvPr>
            <p:ph type="sldNum" idx="48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C222DB-E76F-4838-9670-40D83B8CCE80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22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823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824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5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6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7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8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29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0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1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2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3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4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6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7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8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39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0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1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2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3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4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5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6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7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8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49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0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51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52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3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4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5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6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7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8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59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60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861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5934240" cy="163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 cap="all">
                <a:solidFill>
                  <a:schemeClr val="lt1"/>
                </a:solidFill>
                <a:uFillTx/>
                <a:latin typeface="Tw Cen MT"/>
              </a:rPr>
              <a:t>Образец заголовка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7380720" y="609480"/>
            <a:ext cx="3666240" cy="51811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lt1"/>
                </a:solidFill>
                <a:uFillTx/>
                <a:latin typeface="Tw Cen MT"/>
              </a:rPr>
              <a:t>Вставка рисунка</a:t>
            </a:r>
            <a:endParaRPr b="0" lang="en-US" sz="32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64" name="PlaceHolder 3"/>
          <p:cNvSpPr>
            <a:spLocks noGrp="1"/>
          </p:cNvSpPr>
          <p:nvPr>
            <p:ph type="body"/>
          </p:nvPr>
        </p:nvSpPr>
        <p:spPr>
          <a:xfrm>
            <a:off x="1141560" y="2249640"/>
            <a:ext cx="593424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uFillTx/>
                <a:latin typeface="Tw Cen MT"/>
              </a:rPr>
              <a:t>Образец текста</a:t>
            </a:r>
            <a:endParaRPr b="0" lang="en-US" sz="1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65" name="PlaceHolder 4"/>
          <p:cNvSpPr>
            <a:spLocks noGrp="1"/>
          </p:cNvSpPr>
          <p:nvPr>
            <p:ph type="dt" idx="49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&lt;дата/время&gt;</a:t>
            </a:r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6" name="PlaceHolder 5"/>
          <p:cNvSpPr>
            <a:spLocks noGrp="1"/>
          </p:cNvSpPr>
          <p:nvPr>
            <p:ph type="ftr" idx="50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7" name="PlaceHolder 6"/>
          <p:cNvSpPr>
            <a:spLocks noGrp="1"/>
          </p:cNvSpPr>
          <p:nvPr>
            <p:ph type="sldNum" idx="51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AC0DC3-679F-474A-9FAC-81F0A938E62F}" type="slidenum">
              <a:rPr b="0" lang="ru-RU" sz="1050" strike="noStrike" u="none">
                <a:solidFill>
                  <a:schemeClr val="lt1">
                    <a:tint val="75000"/>
                  </a:schemeClr>
                </a:solidFill>
                <a:uFillTx/>
                <a:latin typeface="Tw Cen MT"/>
              </a:rPr>
              <a:t>&lt;номер&gt;</a:t>
            </a:fld>
            <a:endParaRPr b="0" lang="ru-RU" sz="105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800" strike="noStrike" u="none" cap="all">
                <a:solidFill>
                  <a:schemeClr val="lt1"/>
                </a:solidFill>
                <a:uFillTx/>
                <a:latin typeface="Tw Cen MT"/>
              </a:rPr>
              <a:t>Проект Расширенный калькулятор</a:t>
            </a:r>
            <a:endParaRPr b="0" lang="en-US" sz="4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69" name="PlaceHolder 2"/>
          <p:cNvSpPr>
            <a:spLocks noGrp="1"/>
          </p:cNvSpPr>
          <p:nvPr>
            <p:ph type="subTitle"/>
          </p:nvPr>
        </p:nvSpPr>
        <p:spPr>
          <a:xfrm>
            <a:off x="1876320" y="3602160"/>
            <a:ext cx="879120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 cap="all">
                <a:solidFill>
                  <a:schemeClr val="lt2"/>
                </a:solidFill>
                <a:uFillTx/>
                <a:latin typeface="Tw Cen MT"/>
              </a:rPr>
              <a:t>Государственное Бюджетное Общеобразовательное Учреждение Школа №1502 «Энергия»</a:t>
            </a:r>
            <a:endParaRPr b="0" lang="ru-RU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0" name="TextBox 3"/>
          <p:cNvSpPr/>
          <p:nvPr/>
        </p:nvSpPr>
        <p:spPr>
          <a:xfrm>
            <a:off x="7666200" y="5257800"/>
            <a:ext cx="49888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Выполнил ученик 8 «Н» класса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Лопатин Антон Юрьевич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Руководитель проекта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Шаров Иван Юрьевич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Tw Cen MT"/>
              </a:rPr>
              <a:t>Педагог дополнительного образования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trike="noStrike" u="none" cap="all">
                <a:solidFill>
                  <a:schemeClr val="lt1"/>
                </a:solidFill>
                <a:uFillTx/>
                <a:latin typeface="Tw Cen MT"/>
              </a:rPr>
              <a:t>Введение</a:t>
            </a:r>
            <a:endParaRPr b="0" lang="en-US" sz="36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7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</a:rPr>
              <a:t>Актуальность проекта: </a:t>
            </a: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  <a:ea typeface="Calibri"/>
              </a:rPr>
              <a:t>В наше время существует множество калькуляторов. Но совместного калькулятора нет.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  <a:ea typeface="Calibri"/>
              </a:rPr>
              <a:t>Цель работы: Разработать и распространить калькулятор с нужным функционалом для школьников/студентов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  <a:ea typeface="Calibri"/>
              </a:rPr>
              <a:t> </a:t>
            </a: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  <a:ea typeface="Calibri"/>
              </a:rPr>
              <a:t>Задачи: </a:t>
            </a:r>
            <a:r>
              <a:rPr b="0" lang="ru-RU" sz="2400" strike="noStrike" u="none">
                <a:solidFill>
                  <a:schemeClr val="lt1"/>
                </a:solidFill>
                <a:uFillTx/>
                <a:latin typeface="Tw Cen MT"/>
                <a:ea typeface="Times New Roman"/>
              </a:rPr>
              <a:t>Анализ и подготовка материалов, Подготовка среды разработки­, Разработка приложения, Написать сайт для распространения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914400" indent="-228600">
              <a:buNone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  <a:ea typeface="Times New Roman"/>
              </a:rPr>
              <a:t>Анализ и подготовка материалов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sp>
        <p:nvSpPr>
          <p:cNvPr id="874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Анализ текущий калькуляторов: Desmos и KCalc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w Cen MT"/>
              </a:rPr>
              <a:t> </a:t>
            </a:r>
            <a:endParaRPr b="0" lang="en-US" sz="24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875" name="" descr=""/>
          <p:cNvPicPr/>
          <p:nvPr/>
        </p:nvPicPr>
        <p:blipFill>
          <a:blip r:embed="rId1"/>
          <a:stretch/>
        </p:blipFill>
        <p:spPr>
          <a:xfrm>
            <a:off x="7740000" y="3209040"/>
            <a:ext cx="1852920" cy="327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6" name="" descr=""/>
          <p:cNvPicPr/>
          <p:nvPr/>
        </p:nvPicPr>
        <p:blipFill>
          <a:blip r:embed="rId2"/>
          <a:stretch/>
        </p:blipFill>
        <p:spPr>
          <a:xfrm>
            <a:off x="1260000" y="2885040"/>
            <a:ext cx="5760000" cy="143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lt1"/>
              </a:solidFill>
              <a:uFillTx/>
              <a:latin typeface="Tw Cen MT"/>
            </a:endParaRPr>
          </a:p>
        </p:txBody>
      </p:sp>
      <p:pic>
        <p:nvPicPr>
          <p:cNvPr id="878" name="" descr=""/>
          <p:cNvPicPr/>
          <p:nvPr/>
        </p:nvPicPr>
        <p:blipFill>
          <a:blip r:embed="rId1"/>
          <a:stretch/>
        </p:blipFill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Контур">
  <a:themeElements>
    <a:clrScheme name="Контур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3671</TotalTime>
  <Application>LibreOffice/24.8.4.2$Linux_X86_64 LibreOffice_project/480$Build-2</Application>
  <AppVersion>15.0000</AppVersion>
  <Words>80</Words>
  <Paragraphs>12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2025-11-22T16:12:13Z</dcterms:created>
  <dc:creator>Антон Лопатин</dc:creator>
  <dc:description/>
  <dc:language>ru-RU</dc:language>
  <cp:lastModifiedBy/>
  <dcterms:modified xsi:type="dcterms:W3CDTF">2025-11-25T17:10:56Z</dcterms:modified>
  <cp:revision>4</cp:revision>
  <dc:subject/>
  <dc:title>Проект Расширенный калькулятор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3</vt:i4>
  </property>
</Properties>
</file>